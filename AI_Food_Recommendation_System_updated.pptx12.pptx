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089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822960" y="1371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Food Recommendation System</a:t>
            </a:r>
            <a:endParaRPr lang="en-US" sz="3800" dirty="0"/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Personalized meal suggestions using machine learning</a:t>
            </a:r>
            <a:endParaRPr lang="en-US" sz="1800" dirty="0"/>
          </a:p>
        </p:txBody>
      </p:sp>
      <p:sp>
        <p:nvSpPr>
          <p:cNvPr id="5" name="Details"/>
          <p:cNvSpPr txBox="1"/>
          <p:nvPr/>
        </p:nvSpPr>
        <p:spPr>
          <a:xfrm>
            <a:off x="4480560" y="3913376"/>
            <a:ext cx="4545874" cy="60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chemeClr val="bg2"/>
                </a:solidFill>
              </a:rPr>
              <a:t>  </a:t>
            </a:r>
            <a:r>
              <a:rPr lang="en-US" sz="1200" b="1" dirty="0" smtClean="0">
                <a:solidFill>
                  <a:schemeClr val="bg2"/>
                </a:solidFill>
              </a:rPr>
              <a:t>BY: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</a:rPr>
              <a:t> </a:t>
            </a:r>
            <a:r>
              <a:rPr lang="en-US" sz="1200" b="1" dirty="0" smtClean="0">
                <a:solidFill>
                  <a:schemeClr val="bg2"/>
                </a:solidFill>
              </a:rPr>
              <a:t>         K L LALEETH KUMAAR  240701286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</a:rPr>
              <a:t> </a:t>
            </a:r>
            <a:r>
              <a:rPr lang="en-US" sz="1200" b="1" dirty="0" smtClean="0">
                <a:solidFill>
                  <a:schemeClr val="bg2"/>
                </a:solidFill>
              </a:rPr>
              <a:t>         K MANOJ KIRAAN          240701305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 </a:t>
            </a:r>
            <a:r>
              <a:rPr lang="en-US" sz="1200" dirty="0" smtClean="0">
                <a:solidFill>
                  <a:schemeClr val="bg2"/>
                </a:solidFill>
              </a:rPr>
              <a:t>  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548640" y="1188720"/>
            <a:ext cx="73152" cy="32918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Card head"/>
          <p:cNvSpPr txBox="1"/>
          <p:nvPr/>
        </p:nvSpPr>
        <p:spPr>
          <a:xfrm>
            <a:off x="77724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Card body"/>
          <p:cNvSpPr txBox="1"/>
          <p:nvPr/>
        </p:nvSpPr>
        <p:spPr>
          <a:xfrm>
            <a:off x="777240" y="169164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Too many food choices cause decision fatigue.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Generic menus ignore taste, diet and health needs.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Users with allergies or goals (weight loss, diabetes) lack tailored guidance.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188720"/>
            <a:ext cx="73152" cy="3291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Card head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1" name="Card body"/>
          <p:cNvSpPr txBox="1"/>
          <p:nvPr/>
        </p:nvSpPr>
        <p:spPr>
          <a:xfrm>
            <a:off x="489204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Learn user preferences from ratings and history.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Recommend dishes matching taste, diet and nutrition.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Improve accuracy with a hybrid AI model.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Provide a simple, usable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548640" y="1737360"/>
            <a:ext cx="1417320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tep text 1"/>
          <p:cNvSpPr txBox="1"/>
          <p:nvPr/>
        </p:nvSpPr>
        <p:spPr>
          <a:xfrm>
            <a:off x="640080" y="182880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User 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Preferences, diet, allergies</a:t>
            </a:r>
            <a:endParaRPr lang="en-US" sz="1400" dirty="0"/>
          </a:p>
        </p:txBody>
      </p:sp>
      <p:sp>
        <p:nvSpPr>
          <p:cNvPr id="6" name="Arrow"/>
          <p:cNvSpPr txBox="1"/>
          <p:nvPr/>
        </p:nvSpPr>
        <p:spPr>
          <a:xfrm>
            <a:off x="1938528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tep 2"/>
          <p:cNvSpPr/>
          <p:nvPr/>
        </p:nvSpPr>
        <p:spPr>
          <a:xfrm>
            <a:off x="2176272" y="1737360"/>
            <a:ext cx="1417320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tep text 2"/>
          <p:cNvSpPr txBox="1"/>
          <p:nvPr/>
        </p:nvSpPr>
        <p:spPr>
          <a:xfrm>
            <a:off x="2267712" y="182880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Food, ratings, nutrition DB</a:t>
            </a:r>
            <a:endParaRPr lang="en-US" sz="1400" dirty="0"/>
          </a:p>
        </p:txBody>
      </p:sp>
      <p:sp>
        <p:nvSpPr>
          <p:cNvPr id="9" name="Arrow"/>
          <p:cNvSpPr txBox="1"/>
          <p:nvPr/>
        </p:nvSpPr>
        <p:spPr>
          <a:xfrm>
            <a:off x="35661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tep 3"/>
          <p:cNvSpPr/>
          <p:nvPr/>
        </p:nvSpPr>
        <p:spPr>
          <a:xfrm>
            <a:off x="3803904" y="1737360"/>
            <a:ext cx="1417320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Step text 3"/>
          <p:cNvSpPr txBox="1"/>
          <p:nvPr/>
        </p:nvSpPr>
        <p:spPr>
          <a:xfrm>
            <a:off x="3895344" y="182880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Cleaning, encoding, features</a:t>
            </a:r>
            <a:endParaRPr lang="en-US" sz="1400" dirty="0"/>
          </a:p>
        </p:txBody>
      </p:sp>
      <p:sp>
        <p:nvSpPr>
          <p:cNvPr id="12" name="Arrow"/>
          <p:cNvSpPr txBox="1"/>
          <p:nvPr/>
        </p:nvSpPr>
        <p:spPr>
          <a:xfrm>
            <a:off x="5193792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tep 4"/>
          <p:cNvSpPr/>
          <p:nvPr/>
        </p:nvSpPr>
        <p:spPr>
          <a:xfrm>
            <a:off x="5431536" y="1737360"/>
            <a:ext cx="1417320" cy="17373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Step text 4"/>
          <p:cNvSpPr txBox="1"/>
          <p:nvPr/>
        </p:nvSpPr>
        <p:spPr>
          <a:xfrm>
            <a:off x="5522976" y="182880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AI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Hybrid recommender</a:t>
            </a:r>
            <a:endParaRPr lang="en-US" sz="1400" dirty="0"/>
          </a:p>
        </p:txBody>
      </p:sp>
      <p:sp>
        <p:nvSpPr>
          <p:cNvPr id="15" name="Arrow"/>
          <p:cNvSpPr txBox="1"/>
          <p:nvPr/>
        </p:nvSpPr>
        <p:spPr>
          <a:xfrm>
            <a:off x="682142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tep 5"/>
          <p:cNvSpPr/>
          <p:nvPr/>
        </p:nvSpPr>
        <p:spPr>
          <a:xfrm>
            <a:off x="7059168" y="1737360"/>
            <a:ext cx="1417320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Step text 5"/>
          <p:cNvSpPr txBox="1"/>
          <p:nvPr/>
        </p:nvSpPr>
        <p:spPr>
          <a:xfrm>
            <a:off x="7150608" y="182880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Top-N ranked dishes</a:t>
            </a:r>
            <a:endParaRPr lang="en-US" sz="1400" dirty="0"/>
          </a:p>
        </p:txBody>
      </p:sp>
      <p:sp>
        <p:nvSpPr>
          <p:cNvPr id="18" name="Note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feedback loop feeds user ratings back into the model to keep recommendations current.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Approach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256032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548640" y="1188720"/>
            <a:ext cx="73152" cy="3291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ard head"/>
          <p:cNvSpPr txBox="1"/>
          <p:nvPr/>
        </p:nvSpPr>
        <p:spPr>
          <a:xfrm>
            <a:off x="777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Content-Based</a:t>
            </a:r>
            <a:endParaRPr lang="en-US" sz="1600" dirty="0"/>
          </a:p>
        </p:txBody>
      </p:sp>
      <p:sp>
        <p:nvSpPr>
          <p:cNvPr id="7" name="Card body"/>
          <p:cNvSpPr txBox="1"/>
          <p:nvPr/>
        </p:nvSpPr>
        <p:spPr>
          <a:xfrm>
            <a:off x="77724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Matches dish features (ingredients, cuisine, calories) to the user profile using TF-IDF and cosine similarity.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91840" y="1188720"/>
            <a:ext cx="256032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3291840" y="1188720"/>
            <a:ext cx="73152" cy="32918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Card head"/>
          <p:cNvSpPr txBox="1"/>
          <p:nvPr/>
        </p:nvSpPr>
        <p:spPr>
          <a:xfrm>
            <a:off x="35204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Collaborative</a:t>
            </a:r>
            <a:endParaRPr lang="en-US" sz="1600" dirty="0"/>
          </a:p>
        </p:txBody>
      </p:sp>
      <p:sp>
        <p:nvSpPr>
          <p:cNvPr id="11" name="Card body"/>
          <p:cNvSpPr txBox="1"/>
          <p:nvPr/>
        </p:nvSpPr>
        <p:spPr>
          <a:xfrm>
            <a:off x="352044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Finds similar users and suggests what they enjoyed, using matrix factorization (SVD) or KNN.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35040" y="1188720"/>
            <a:ext cx="256032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6035040" y="1188720"/>
            <a:ext cx="73152" cy="3291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Card head"/>
          <p:cNvSpPr txBox="1"/>
          <p:nvPr/>
        </p:nvSpPr>
        <p:spPr>
          <a:xfrm>
            <a:off x="62636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Hybrid (Proposed)</a:t>
            </a:r>
            <a:endParaRPr lang="en-US" sz="1600" dirty="0"/>
          </a:p>
        </p:txBody>
      </p:sp>
      <p:sp>
        <p:nvSpPr>
          <p:cNvPr id="15" name="Card body"/>
          <p:cNvSpPr txBox="1"/>
          <p:nvPr/>
        </p:nvSpPr>
        <p:spPr>
          <a:xfrm>
            <a:off x="626364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Combines both scores with weights to solve cold start and sparsity, then filters by diet and allergens.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&amp; Dataset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548640" y="1188720"/>
            <a:ext cx="73152" cy="3291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ard head"/>
          <p:cNvSpPr txBox="1"/>
          <p:nvPr/>
        </p:nvSpPr>
        <p:spPr>
          <a:xfrm>
            <a:off x="77724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Tools</a:t>
            </a:r>
            <a:endParaRPr lang="en-US" sz="1600" dirty="0"/>
          </a:p>
        </p:txBody>
      </p:sp>
      <p:sp>
        <p:nvSpPr>
          <p:cNvPr id="7" name="Card body"/>
          <p:cNvSpPr txBox="1"/>
          <p:nvPr/>
        </p:nvSpPr>
        <p:spPr>
          <a:xfrm>
            <a:off x="777240" y="169164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Language: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Libraries: Pandas, NumPy, Scikit-learn, Surprise / TensorFlow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Backend: Flask or FastAPI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Frontend: HTML/CSS/JS or Streamlit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Database: MySQL / MongoDB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188720"/>
            <a:ext cx="73152" cy="3291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Card head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Dataset</a:t>
            </a:r>
            <a:endParaRPr lang="en-US" sz="1600" dirty="0"/>
          </a:p>
        </p:txBody>
      </p:sp>
      <p:sp>
        <p:nvSpPr>
          <p:cNvPr id="11" name="Card body"/>
          <p:cNvSpPr txBox="1"/>
          <p:nvPr/>
        </p:nvSpPr>
        <p:spPr>
          <a:xfrm>
            <a:off x="489204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Recipe and nutrition data (e.g., Food.com, Kaggle food datasets)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User ratings and reviews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Features: cuisine, ingredients, calories, diet type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Split: 80% train, 20% test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Future Scope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685800" y="1188720"/>
            <a:ext cx="384048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Card accent"/>
          <p:cNvSpPr/>
          <p:nvPr/>
        </p:nvSpPr>
        <p:spPr>
          <a:xfrm>
            <a:off x="548640" y="1188720"/>
            <a:ext cx="73152" cy="3291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ard head"/>
          <p:cNvSpPr txBox="1"/>
          <p:nvPr/>
        </p:nvSpPr>
        <p:spPr>
          <a:xfrm>
            <a:off x="77724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Evaluation Metrics</a:t>
            </a:r>
            <a:endParaRPr lang="en-US" sz="1600" dirty="0"/>
          </a:p>
        </p:txBody>
      </p:sp>
      <p:sp>
        <p:nvSpPr>
          <p:cNvPr id="7" name="Card body"/>
          <p:cNvSpPr txBox="1"/>
          <p:nvPr/>
        </p:nvSpPr>
        <p:spPr>
          <a:xfrm>
            <a:off x="777240" y="169164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FoodWise AI will be evaluated using accuracy, precision, recall, and F1-score to measure the effectiveness of food recommendations.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User satisfaction and feedback will be used to assess how relevant and useful the recommendations are.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Response time will also be measured to ensure the system provides fast and efficient recommendations.</a:t>
            </a:r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188720"/>
            <a:ext cx="73152" cy="32918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Card head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11" name="Card body"/>
          <p:cNvSpPr txBox="1"/>
          <p:nvPr/>
        </p:nvSpPr>
        <p:spPr>
          <a:xfrm>
            <a:off x="489204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Image-based food recognition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Real-time health data from wearables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Multi-language and regional cuisine support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Grocery and restaurant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731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ummary"/>
          <p:cNvSpPr txBox="1"/>
          <p:nvPr/>
        </p:nvSpPr>
        <p:spPr>
          <a:xfrm>
            <a:off x="822960" y="1737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The hybrid AI recommender delivers personalized, health-aware food suggestions, reduces decision effort and adapts as users give feedback.</a:t>
            </a:r>
            <a:endParaRPr lang="en-US" sz="2000" dirty="0"/>
          </a:p>
        </p:txBody>
      </p:sp>
      <p:sp>
        <p:nvSpPr>
          <p:cNvPr id="4" name="Closing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AI">
  <a:themeElements>
    <a:clrScheme name="FoodAI">
      <a:dk1>
        <a:srgbClr val="1F2A24"/>
      </a:dk1>
      <a:lt1>
        <a:srgbClr val="FFFFFF"/>
      </a:lt1>
      <a:dk2>
        <a:srgbClr val="2E7D4F"/>
      </a:dk2>
      <a:lt2>
        <a:srgbClr val="F6F1E7"/>
      </a:lt2>
      <a:accent1>
        <a:srgbClr val="2E7D4F"/>
      </a:accent1>
      <a:accent2>
        <a:srgbClr val="F28C28"/>
      </a:accent2>
      <a:accent3>
        <a:srgbClr val="4C9F70"/>
      </a:accent3>
      <a:accent4>
        <a:srgbClr val="D9534F"/>
      </a:accent4>
      <a:accent5>
        <a:srgbClr val="8A9A5B"/>
      </a:accent5>
      <a:accent6>
        <a:srgbClr val="6B7F73"/>
      </a:accent6>
      <a:hlink>
        <a:srgbClr val="2E7D4F"/>
      </a:hlink>
      <a:folHlink>
        <a:srgbClr val="6B7F73"/>
      </a:folHlink>
    </a:clrScheme>
    <a:fontScheme name="FoodA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392</Words>
  <Application>Microsoft Office PowerPoint</Application>
  <PresentationFormat>On-screen Show (16:9)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FoodAI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Food Recommendation System</dc:title>
  <dc:subject>PptxGenJS Presentation</dc:subject>
  <dc:creator>PptxGenJS</dc:creator>
  <cp:lastModifiedBy>DELL</cp:lastModifiedBy>
  <cp:revision>2</cp:revision>
  <dcterms:created xsi:type="dcterms:W3CDTF">2026-10-06T03:17:24Z</dcterms:created>
  <dcterms:modified xsi:type="dcterms:W3CDTF">2026-10-06T03:29:01Z</dcterms:modified>
</cp:coreProperties>
</file>